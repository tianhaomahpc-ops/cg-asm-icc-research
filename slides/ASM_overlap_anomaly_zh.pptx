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为什么增大 ASM overlap,CG 迭代反而增加?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9718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椭圆问题上的诊断与单层修复 ——  保持 CG、不引入两层方法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32688" y="3703320"/>
            <a:ext cx="219456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0233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D4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MFEM 4.9 + PETSc 3.24</a:t>
            </a:r>
            <a:pPr algn="l" indent="0" marL="0">
              <a:buNone/>
            </a:pPr>
            <a:r>
              <a:rPr lang="en-US" sz="1400" dirty="0">
                <a:solidFill>
                  <a:srgbClr val="C9D4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·   双实现交叉验证(MFEM / 纯 PETSc)   ·   立方体 P1 有限元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FB3C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github.com/tianhaomahpc-ops/cg-asm-icc-research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现象:overlap 增大,迭代反而上升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074920" cy="4297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8090B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cardioid 实测(Sys3 / Torso,ICC L=0)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148840"/>
          <a:ext cx="45262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6974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overlap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平均迭代次数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 = 0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115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 = 1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200  (撞 max_it)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 = 2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200  (撞 max_it)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914400" y="4160520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FAEAE8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41605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↑  上升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480060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经典 Schwarz 理论:overlap↑ 应当 iter↓。实测相反。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00800" y="1554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本工作只回答两个问题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0" y="21488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223760" y="21031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为什么?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223760" y="253288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增大 overlap 为何使 CG 迭代上升,是不是代码 bug?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0" y="3429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223760" y="33832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怎么修?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7223760" y="381304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在保持 CG、不引入两层方法的前提下,如何修复?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0" y="4983480"/>
            <a:ext cx="5120640" cy="868680"/>
          </a:xfrm>
          <a:prstGeom prst="rect">
            <a:avLst/>
          </a:prstGeom>
          <a:solidFill>
            <a:srgbClr val="15233F"/>
          </a:solidFill>
          <a:ln/>
        </p:spPr>
      </p:sp>
      <p:sp>
        <p:nvSpPr>
          <p:cNvPr id="20" name="Text 17"/>
          <p:cNvSpPr/>
          <p:nvPr/>
        </p:nvSpPr>
        <p:spPr>
          <a:xfrm>
            <a:off x="6583680" y="49834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预告:</a:t>
            </a:r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 bug;病根 = 子域解不精确 × 重叠重复计数;修复 = sASM(+Chebyshev),保 CG、单层。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 / 12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ASM overlap ↑ → iter ↑ :  诊断与单层修复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抽象:统一到一个干净的模型问题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64922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8090B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91440" cy="2743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6002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主测问题(贯穿全部实验链):Sys3 / Laplace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214884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2B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− Δu = 1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2B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 = 0          于 x = 0 面          (Dirichlet)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2B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∂u/∂n = 0      于其余 5 面          (Neumann)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35661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立方体 [0,1]³ · P1 四面体 · (nx+1)³ 顶点自由度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06640" y="1508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统一求解框架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06640" y="1965960"/>
            <a:ext cx="41605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8090B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06640" y="1965960"/>
            <a:ext cx="73152" cy="5669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635240" y="196596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CG   </a:t>
            </a:r>
            <a:pPr algn="l" indent="0" marL="0">
              <a:buNone/>
            </a:pPr>
            <a:r>
              <a:rPr lang="en-US" sz="1150" dirty="0">
                <a:solidFill>
                  <a:srgbClr val="6B7A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preconditioned norm, rtol 1e-6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406640" y="2615184"/>
            <a:ext cx="41605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8090B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06640" y="2615184"/>
            <a:ext cx="73152" cy="5669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635240" y="261518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ASM(BASIC)   </a:t>
            </a:r>
            <a:pPr algn="l" indent="0" marL="0">
              <a:buNone/>
            </a:pPr>
            <a:r>
              <a:rPr lang="en-US" sz="1150" dirty="0">
                <a:solidFill>
                  <a:srgbClr val="6B7A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overlap O = 0 / 1 / 2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406640" y="3264408"/>
            <a:ext cx="41605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8090B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06640" y="3264408"/>
            <a:ext cx="73152" cy="5669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635240" y="326440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子域 ICC(L)   </a:t>
            </a:r>
            <a:pPr algn="l" indent="0" marL="0">
              <a:buNone/>
            </a:pPr>
            <a:r>
              <a:rPr lang="en-US" sz="1150" dirty="0">
                <a:solidFill>
                  <a:srgbClr val="6B7A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fill level L = 0 / 1 / 2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406640" y="3913632"/>
            <a:ext cx="41605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8090B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06640" y="3913632"/>
            <a:ext cx="73152" cy="5669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635240" y="391363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两套独立实现   </a:t>
            </a:r>
            <a:pPr algn="l" indent="0" marL="0">
              <a:buNone/>
            </a:pPr>
            <a:r>
              <a:rPr lang="en-US" sz="1150" dirty="0">
                <a:solidFill>
                  <a:srgbClr val="6B7A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MFEM 装配 / 纯 PETSc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4709160"/>
            <a:ext cx="10908792" cy="1097280"/>
          </a:xfrm>
          <a:prstGeom prst="rect">
            <a:avLst/>
          </a:prstGeom>
          <a:solidFill>
            <a:srgbClr val="ECF1FA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70916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另备两个问题作普遍性检验(第四部分):  </a:t>
            </a:r>
            <a:pPr algn="l"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pure Neumann(奇异椭圆)</a:t>
            </a:r>
            <a:pPr algn="l" indent="0" marL="0">
              <a:buNone/>
            </a:pPr>
            <a:r>
              <a:rPr lang="en-US" sz="1350" dirty="0">
                <a:solidFill>
                  <a:srgbClr val="6B7A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与   </a:t>
            </a:r>
            <a:pPr algn="l"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reaction-diffusion(质量主导)</a:t>
            </a:r>
            <a:pPr algn="l" indent="0" marL="0">
              <a:buNone/>
            </a:pPr>
            <a:r>
              <a:rPr lang="en-US" sz="1350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—— 验证同现象、同修复。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 / 12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ASM overlap ↑ → iter ↑ :  诊断与单层修复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诊断:迭代数受条件数支配,κ 含两个病灶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1A2B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</a:t>
            </a:r>
            <a:pPr algn="ctr" indent="0" marL="0">
              <a:buNone/>
            </a:pPr>
            <a:r>
              <a:rPr lang="en-US" sz="1300" b="1" i="1" dirty="0">
                <a:solidFill>
                  <a:srgbClr val="1A2B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iter</a:t>
            </a:r>
            <a:pPr algn="ctr"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~  √κ ,        κ = κ( M⁻¹A 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1143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B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κ  ≲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103120" y="2331720"/>
            <a:ext cx="2880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8090B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103120" y="2331720"/>
            <a:ext cx="2880360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249631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C₀²(δ)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212848" y="3044952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稳定分解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212848" y="3410712"/>
            <a:ext cx="2660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overlap δ↑ 时 ↓(有利)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0" y="2331720"/>
            <a:ext cx="365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A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×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40680" y="2331720"/>
            <a:ext cx="2880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8090B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40680" y="2331720"/>
            <a:ext cx="2880360" cy="91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5440680" y="249631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039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Nc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550408" y="3044952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病灶 B:重叠重复计数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550408" y="3410712"/>
            <a:ext cx="2660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BASIC 把重叠 DOF 按 mₖ 累加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366760" y="2331720"/>
            <a:ext cx="365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A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×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778240" y="2331720"/>
            <a:ext cx="2880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8090B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778240" y="2331720"/>
            <a:ext cx="2880360" cy="91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8778240" y="249631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039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ωmax/ωmin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887968" y="3044952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病灶 A:局部解不精确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887968" y="3410712"/>
            <a:ext cx="2660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ICC(L) ≠ 精确块逆,=1 当精确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4297680"/>
            <a:ext cx="10908792" cy="1371600"/>
          </a:xfrm>
          <a:prstGeom prst="rect">
            <a:avLst/>
          </a:prstGeom>
          <a:solidFill>
            <a:srgbClr val="15233F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429768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核心命题   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当病灶 A 与 B 同时存在,δ 增大使 (Nc · ω) 的放大盖过 C₀² 的下降  ⇒  κ ↑  ⇒  迭代 ↑。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" y="50749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下面用实验逐一拆解:拔掉任一因子,趋势即翻回下降。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 / 12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ASM overlap ↑ → iter ↑ :  诊断与单层修复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实验 1:复现 + 排除「实现/装配产物」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28432" y="502920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15233F"/>
          </a:solidFill>
          <a:ln/>
        </p:spPr>
      </p:sp>
      <p:sp>
        <p:nvSpPr>
          <p:cNvPr id="5" name="Text 3"/>
          <p:cNvSpPr/>
          <p:nvPr/>
        </p:nvSpPr>
        <p:spPr>
          <a:xfrm>
            <a:off x="8028432" y="50292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  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Sys3 / Laplace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目的:先确认这不是 MFEM / 矩阵转换的人为产物。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33832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8090B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5146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8A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27 / 27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68680" y="36118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两独立实现在同一 METIS 矩阵上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迭代数逐位一致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17720" y="2011680"/>
            <a:ext cx="33832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8090B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25146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逐位相同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846320" y="36118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-ksp_monitor 残差历史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每一步每一位都相同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21040" y="2011680"/>
            <a:ext cx="3227832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8090B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49640" y="2194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三层对齐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95360" y="265176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矩阵零容差过滤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共享 METIS 分区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MatLoad 行布局保持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257800"/>
            <a:ext cx="10908792" cy="868680"/>
          </a:xfrm>
          <a:prstGeom prst="rect">
            <a:avLst/>
          </a:prstGeom>
          <a:solidFill>
            <a:srgbClr val="E7F4ED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5257800"/>
            <a:ext cx="91440" cy="868680"/>
          </a:xfrm>
          <a:prstGeom prst="rect">
            <a:avLst/>
          </a:prstGeom>
          <a:solidFill>
            <a:srgbClr val="1E8A5B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52578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8A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   </a:t>
            </a:r>
            <a:pPr algn="l" indent="0" marL="0">
              <a:buNone/>
            </a:pPr>
            <a:r>
              <a:rPr lang="en-US" sz="1400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现象是 BASIC + ICC + CG 方法内在,与具体实现无关 —— 后续可在任一实现上做。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 / 12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ASM overlap ↑ → iter ↑ :  诊断与单层修复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实验 2:定位病根 —— 子域解是否精确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28432" y="502920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15233F"/>
          </a:solidFill>
          <a:ln/>
        </p:spPr>
      </p:sp>
      <p:sp>
        <p:nvSpPr>
          <p:cNvPr id="5" name="Text 3"/>
          <p:cNvSpPr/>
          <p:nvPr/>
        </p:nvSpPr>
        <p:spPr>
          <a:xfrm>
            <a:off x="8028432" y="50292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  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Sys3 / Laplace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唯一变量 = 子域求解器精度(BASIC、矩阵、分区全部不变)。nx=48,4 ranks。</a:t>
            </a:r>
            <a:endParaRPr lang="en-US" sz="14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57400"/>
          <a:ext cx="75895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188720"/>
                <a:gridCol w="1188720"/>
                <a:gridCol w="1188720"/>
                <a:gridCol w="12801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子域求解器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 = 0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 = 1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 = 2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趋势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2B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精确 Cholesky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2B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52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2B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34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8A5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30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8A5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↓ 下降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E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2B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ICC(0) 不精确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2B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132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2B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148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179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↑ 上升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412480" y="2057400"/>
            <a:ext cx="3136392" cy="1700784"/>
          </a:xfrm>
          <a:prstGeom prst="rect">
            <a:avLst/>
          </a:prstGeom>
          <a:solidFill>
            <a:srgbClr val="EEF1F7"/>
          </a:solidFill>
          <a:ln/>
        </p:spPr>
      </p:sp>
      <p:sp>
        <p:nvSpPr>
          <p:cNvPr id="9" name="Text 6"/>
          <p:cNvSpPr/>
          <p:nvPr/>
        </p:nvSpPr>
        <p:spPr>
          <a:xfrm>
            <a:off x="8595360" y="219456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再加一轴:ICC 填充 L
</a:t>
            </a:r>
            <a:pPr algn="l" indent="0" marL="0">
              <a:buNone/>
            </a:pPr>
            <a:r>
              <a:rPr lang="en-US" sz="1250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 overlap 下 L=0→1→2 迭代单调降 —— 双重锁定「不精确」是病根。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5257800"/>
            <a:ext cx="10908792" cy="868680"/>
          </a:xfrm>
          <a:prstGeom prst="rect">
            <a:avLst/>
          </a:prstGeom>
          <a:solidFill>
            <a:srgbClr val="E7F4ED"/>
          </a:solidFill>
          <a:ln/>
        </p:spPr>
      </p:sp>
      <p:sp>
        <p:nvSpPr>
          <p:cNvPr id="11" name="Shape 8"/>
          <p:cNvSpPr/>
          <p:nvPr/>
        </p:nvSpPr>
        <p:spPr>
          <a:xfrm>
            <a:off x="640080" y="5257800"/>
            <a:ext cx="91440" cy="868680"/>
          </a:xfrm>
          <a:prstGeom prst="rect">
            <a:avLst/>
          </a:prstGeom>
          <a:solidFill>
            <a:srgbClr val="1E8A5B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52578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8A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   </a:t>
            </a:r>
            <a:pPr algn="l" indent="0" marL="0">
              <a:buNone/>
            </a:pPr>
            <a:r>
              <a:rPr lang="en-US" sz="1400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子域精确求解 ⇒ overlap↑ 迭代↓(恢复经典理论);不精确 ⇒ 反向。病根之一 = 因子 A。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 / 12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ASM overlap ↑ → iter ↑ :  诊断与单层修复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实验 3:修因子 B —— sASM 对称缩放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28432" y="502920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15233F"/>
          </a:solidFill>
          <a:ln/>
        </p:spPr>
      </p:sp>
      <p:sp>
        <p:nvSpPr>
          <p:cNvPr id="5" name="Text 3"/>
          <p:cNvSpPr/>
          <p:nvPr/>
        </p:nvSpPr>
        <p:spPr>
          <a:xfrm>
            <a:off x="8028432" y="50292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  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Sys3 / Laplace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0908792" cy="914400"/>
          </a:xfrm>
          <a:prstGeom prst="rect">
            <a:avLst/>
          </a:prstGeom>
          <a:solidFill>
            <a:srgbClr val="15233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M⁻¹_sASM  =  D⁻¹ᐟ²  ·  M⁻¹_BASIC  ·  D⁻¹ᐟ² ,        D = diag(mₖ)</a:t>
            </a:r>
            <a:endParaRPr lang="en-US" sz="1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97480"/>
          <a:ext cx="75895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188720"/>
                <a:gridCol w="1188720"/>
                <a:gridCol w="1188720"/>
                <a:gridCol w="12801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方案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 = 0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 = 1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 = 2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趋势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2B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scheme 0  BASIC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2B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132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2B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148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179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↑ 上升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2B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scheme 3  sASM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2B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132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2B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104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8A5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103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8A5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↓ 下降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ED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0" y="2697480"/>
            <a:ext cx="3136392" cy="1700784"/>
          </a:xfrm>
          <a:prstGeom prst="rect">
            <a:avLst/>
          </a:prstGeom>
          <a:solidFill>
            <a:srgbClr val="E7F4ED"/>
          </a:solidFill>
          <a:ln/>
        </p:spPr>
      </p:sp>
      <p:sp>
        <p:nvSpPr>
          <p:cNvPr id="10" name="Text 7"/>
          <p:cNvSpPr/>
          <p:nvPr/>
        </p:nvSpPr>
        <p:spPr>
          <a:xfrm>
            <a:off x="8595360" y="283464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8A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对称 → 保 CG
</a:t>
            </a:r>
            <a:pPr algn="l" indent="0" marL="0">
              <a:buNone/>
            </a:pPr>
            <a:r>
              <a:rPr lang="en-US" sz="1250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约 10 行 PCSHELL、单层、无额外内存/全局通信。O=0 时 D=I,sASM≡BASIC(自检)。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5257800"/>
            <a:ext cx="10908792" cy="868680"/>
          </a:xfrm>
          <a:prstGeom prst="rect">
            <a:avLst/>
          </a:prstGeom>
          <a:solidFill>
            <a:srgbClr val="E7F4ED"/>
          </a:solidFill>
          <a:ln/>
        </p:spPr>
      </p:sp>
      <p:sp>
        <p:nvSpPr>
          <p:cNvPr id="12" name="Shape 9"/>
          <p:cNvSpPr/>
          <p:nvPr/>
        </p:nvSpPr>
        <p:spPr>
          <a:xfrm>
            <a:off x="640080" y="5257800"/>
            <a:ext cx="91440" cy="868680"/>
          </a:xfrm>
          <a:prstGeom prst="rect">
            <a:avLst/>
          </a:prstGeom>
          <a:solidFill>
            <a:srgbClr val="1E8A5B"/>
          </a:solidFill>
          <a:ln/>
        </p:spPr>
      </p:sp>
      <p:sp>
        <p:nvSpPr>
          <p:cNvPr id="13" name="Text 10"/>
          <p:cNvSpPr/>
          <p:nvPr/>
        </p:nvSpPr>
        <p:spPr>
          <a:xfrm>
            <a:off x="960120" y="52578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8A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   </a:t>
            </a:r>
            <a:pPr algn="l" indent="0" marL="0">
              <a:buNone/>
            </a:pPr>
            <a:r>
              <a:rPr lang="en-US" sz="1400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 D⁻¹ᐟ² 精确抵消重叠区重复计数(因子 B),迭代趋势翻回下降,且仍是对称 CG。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 / 12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ASM overlap ↑ → iter ↑ :  诊断与单层修复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实验 4:sASM + Chebyshev 块解(修两因子)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28432" y="502920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15233F"/>
          </a:solidFill>
          <a:ln/>
        </p:spPr>
      </p:sp>
      <p:sp>
        <p:nvSpPr>
          <p:cNvPr id="5" name="Text 3"/>
          <p:cNvSpPr/>
          <p:nvPr/>
        </p:nvSpPr>
        <p:spPr>
          <a:xfrm>
            <a:off x="8028432" y="50292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  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Sys3 / Laplace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子域用 2 步 Chebyshev(以 ICC 为光滑子)廉价逼近精确块逆:零额外内存、零额外全局通信、仍对称保 CG。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71323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920240"/>
                <a:gridCol w="1920240"/>
                <a:gridCol w="192024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(O, L)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scheme 0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BASIC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scheme 3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sASM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scheme 4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sASM+Cheby2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0, 0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132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132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8A5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85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1, 0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148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104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8A5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68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2, 0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179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103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8A5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65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2, 2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90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67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8A5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42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229600" y="2240280"/>
            <a:ext cx="33832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8090B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321040" y="27432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8A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179 → 65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8458200" y="3840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scheme 4 在 O=2,L=0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≈ baseline 的 1/3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0" y="46634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双实现 9/9 逐位一致 · 解正确(误差 5.4e-5)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5257800"/>
            <a:ext cx="10908792" cy="868680"/>
          </a:xfrm>
          <a:prstGeom prst="rect">
            <a:avLst/>
          </a:prstGeom>
          <a:solidFill>
            <a:srgbClr val="E7F4ED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5257800"/>
            <a:ext cx="91440" cy="868680"/>
          </a:xfrm>
          <a:prstGeom prst="rect">
            <a:avLst/>
          </a:prstGeom>
          <a:solidFill>
            <a:srgbClr val="1E8A5B"/>
          </a:solidFill>
          <a:ln/>
        </p:spPr>
      </p:sp>
      <p:sp>
        <p:nvSpPr>
          <p:cNvPr id="14" name="Text 11"/>
          <p:cNvSpPr/>
          <p:nvPr/>
        </p:nvSpPr>
        <p:spPr>
          <a:xfrm>
            <a:off x="960120" y="52578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8A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   </a:t>
            </a:r>
            <a:pPr algn="l" indent="0" marL="0">
              <a:buNone/>
            </a:pPr>
            <a:r>
              <a:rPr lang="en-US" sz="1400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A、B 两个因子被同时廉价压低,scheme 4 在每个 (O,L) 都最低,且 overlap↑ 单调下降。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 / 12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ASM overlap ↑ → iter ↑ :  诊断与单层修复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普遍性:换两个问题,同现象、同修复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193792" cy="2788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8090B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5193792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916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pure Neumann(奇异椭圆)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BASIC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91840" y="22402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64→68→87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0600" y="22402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↑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8072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sASM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291840" y="280720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8A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64→52→51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28072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8A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37033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overlap↑ 同样发病;sASM 同样修复。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55080" y="1463040"/>
            <a:ext cx="5193792" cy="2788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8090B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5080" y="1463040"/>
            <a:ext cx="5193792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16916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reaction-diffusion(质量主导)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29400" y="2240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ICC(0)  心脏 dt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006840" y="22402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6→8→9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0" y="22402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↑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29400" y="28072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ICC(2)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006840" y="280720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7A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6→6→7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0" y="28072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A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~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29400" y="37033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低 ICC 也发病;提高 ICC / sASM 即压平。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434840"/>
            <a:ext cx="10908792" cy="1234440"/>
          </a:xfrm>
          <a:prstGeom prst="rect">
            <a:avLst/>
          </a:prstGeom>
          <a:solidFill>
            <a:srgbClr val="15233F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443484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   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「overlap↑ 迭代↑」不是某个问题独有 —— 只要局部解够不精确(低 ICC),三个问题都发病;差别只是幅度(质量主导→幅度小,椭圆→幅度大)。同一套 sASM / scheme 4 都能修。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 / 12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ASM overlap ↑ → iter ↑ :  诊断与单层修复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修复不止降迭代,也降「时间」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28432" y="502920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15233F"/>
          </a:solidFill>
          <a:ln/>
        </p:spPr>
      </p:sp>
      <p:sp>
        <p:nvSpPr>
          <p:cNvPr id="5" name="Text 3"/>
          <p:cNvSpPr/>
          <p:nvPr/>
        </p:nvSpPr>
        <p:spPr>
          <a:xfrm>
            <a:off x="8028432" y="50292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  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Sys3 / Laplace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 -log_view 的全局同步计数(确定性、机器无关;wall-time 在负载机器上不可信)。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68880"/>
          <a:ext cx="73152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371600"/>
                <a:gridCol w="2834640"/>
              </a:tblGrid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方案 (O=2, L=0)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迭代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全局同步 (MPI_Allreduce)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2B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scheme 0  baseline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179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668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2B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scheme 4  sASM+Cheby2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8A5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65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8A5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329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229600" y="2468880"/>
            <a:ext cx="3319272" cy="2249424"/>
          </a:xfrm>
          <a:prstGeom prst="rect">
            <a:avLst/>
          </a:prstGeom>
          <a:solidFill>
            <a:srgbClr val="E7F4ED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0" y="2606040"/>
            <a:ext cx="29718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8A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VecTDot = 2·iter + 2
</a:t>
            </a:r>
            <a:pPr algn="l" indent="0" marL="0">
              <a:buNone/>
            </a:pPr>
            <a:r>
              <a:rPr lang="en-US" sz="1300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严格成立 ⇒ 内层 Chebyshev(在 SELF 块上)零全局同步;外层迭代降 = 全局同步降。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5257800"/>
            <a:ext cx="10908792" cy="868680"/>
          </a:xfrm>
          <a:prstGeom prst="rect">
            <a:avLst/>
          </a:prstGeom>
          <a:solidFill>
            <a:srgbClr val="E7F4ED"/>
          </a:solidFill>
          <a:ln/>
        </p:spPr>
      </p:sp>
      <p:sp>
        <p:nvSpPr>
          <p:cNvPr id="11" name="Shape 8"/>
          <p:cNvSpPr/>
          <p:nvPr/>
        </p:nvSpPr>
        <p:spPr>
          <a:xfrm>
            <a:off x="640080" y="5257800"/>
            <a:ext cx="91440" cy="868680"/>
          </a:xfrm>
          <a:prstGeom prst="rect">
            <a:avLst/>
          </a:prstGeom>
          <a:solidFill>
            <a:srgbClr val="1E8A5B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52578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8A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   </a:t>
            </a:r>
            <a:pPr algn="l" indent="0" marL="0">
              <a:buNone/>
            </a:pPr>
            <a:r>
              <a:rPr lang="en-US" sz="1400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全局 MPI_Allreduce 从 668 降到 329(≈2×)—— 这正是大规模并行(数千 rank)的真瓶颈。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 / 12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ASM overlap ↑ → iter ↑ :  诊断与单层修复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文献与理论定位:已证 / 待证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现象在文献中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Cai–Sarkis 1999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— RAS,指出 BASIC 重叠区重复计数
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Efstathiou–Gander 2003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— 证 AS 收敛依赖着色数
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Ernst–Flemisch–Wohlmuth 2009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— 逐字记录「overlap 再增大,不精确法的迭代数比精确法更差」(异设定,诚实标注)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35508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理论状态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874520"/>
          <a:ext cx="519379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99339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命题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状态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B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λmax ≤ Nc(因子 B)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8A5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已严格证明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B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ω 谱等价(因子 A)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8A5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已严格证明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B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精确解 overlap↑→↓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8A5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已严格证明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B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缩放令 λmax≤1(sASM)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8A5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已严格证明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B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A×B ⇒ 迭代严格上升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机制+实证,无闭式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5074920"/>
            <a:ext cx="10908792" cy="777240"/>
          </a:xfrm>
          <a:prstGeom prst="rect">
            <a:avLst/>
          </a:prstGeom>
          <a:solidFill>
            <a:srgbClr val="EEF1F7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507492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开放问题:</a:t>
            </a:r>
            <a:pPr algn="l" indent="0" marL="0">
              <a:buNone/>
            </a:pPr>
            <a:r>
              <a:rPr lang="en-US" sz="1300" dirty="0">
                <a:solidFill>
                  <a:srgbClr val="1A2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给出固定填充 ICC 在增大子块上的谱等价常数 ω(δ) 随 overlap 增长的闭式下界 —— 把「机制」补成定理。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 / 12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ASM overlap ↑ → iter ↑ :  诊断与单层修复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16916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28800" y="16733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 bug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828800" y="2130552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两套独立实现 27/27 逐位一致,残差历史逐位相同。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7432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828800" y="272491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病根 = A × B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828800" y="3182112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子域解不精确(A)× 重叠重复计数(B)的乘积;拔掉任一即翻正。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7947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94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828800" y="377647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修复 = sASM (+ Chebyshev)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828800" y="4233672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D⁻¹ᐟ² 缩放消 B,Chebyshev 块解廉价压 A;保 CG、保单层。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66560" y="1691640"/>
            <a:ext cx="4754880" cy="3154680"/>
          </a:xfrm>
          <a:prstGeom prst="rect">
            <a:avLst/>
          </a:prstGeom>
          <a:solidFill>
            <a:srgbClr val="1E3358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1874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普遍性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95160" y="228600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三个问题(Laplace / pure-Neumann / reaction-diffusion)在低 ICC 都发病,同一套方法都能修。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995160" y="34290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开放问题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95160" y="38404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ICC 在增大子块上 ω(δ) 的闭式下界 —— 把机制补成定理。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14400" y="5897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B3C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代码 · 数据 · 完整报告:  github.com/tianhaomahpc-ops/cg-asm-icc-research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ASM overlap anomaly: diagnosis and single-level fix</dc:title>
  <dc:subject>PptxGenJS Presentation</dc:subject>
  <dc:creator>Tianhao Ma</dc:creator>
  <cp:lastModifiedBy>Tianhao Ma</cp:lastModifiedBy>
  <cp:revision>1</cp:revision>
  <dcterms:created xsi:type="dcterms:W3CDTF">2026-06-04T09:52:41Z</dcterms:created>
  <dcterms:modified xsi:type="dcterms:W3CDTF">2026-06-04T09:52:41Z</dcterms:modified>
</cp:coreProperties>
</file>